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datasetLikeE2e 样例网络拓扑 —— CVE-2025-24928（8 服务 / 3 网络 / 评测器带外）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31520"/>
            <a:ext cx="9646920" cy="393192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client_net  10.30.0.0/24  ——  攻击面 / 业务入口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731520"/>
            <a:ext cx="1783080" cy="3931920"/>
          </a:xfrm>
          <a:prstGeom prst="roundRect">
            <a:avLst/>
          </a:prstGeom>
          <a:solidFill>
            <a:srgbClr val="FBE4E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protected_net
10.40.0.0/24
(内网, 仅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846320"/>
            <a:ext cx="9646920" cy="1783080"/>
          </a:xfrm>
          <a:prstGeom prst="roundRect">
            <a:avLst/>
          </a:prstGeom>
          <a:solidFill>
            <a:srgbClr val="E8F1E4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management_net  10.50.0.0/24  ——  蓝队带外控制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240280" cy="96012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red_team  🟥 攻击方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10.30.0.10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重放被测方 poc.bin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240280" cy="960120"/>
          </a:xfrm>
          <a:prstGeom prst="roundRect">
            <a:avLst/>
          </a:prstGeom>
          <a:solidFill>
            <a:srgbClr val="FFE6CC"/>
          </a:solidFill>
          <a:ln w="1905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red_team_gt  🟧 真值变种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10.30.0.11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重放出题方 gt_variant_poc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2240280" cy="96012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normal_business  🟩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10.30.0.20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guest 登录 + 正常 XML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11680"/>
            <a:ext cx="2011680" cy="1234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security_gateway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nginx:1.25  :80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唯一入口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1828800" cy="12344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waf  内联代理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:8080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读 blacklist / waf_rules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011680"/>
            <a:ext cx="1828800" cy="123444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frontend  Web 前端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:80  (跳板)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∩ protected_net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2011680"/>
            <a:ext cx="1508760" cy="12344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target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libxml2 :8080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ASAN 编译 / 崩溃点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074920"/>
            <a:ext cx="2331720" cy="12344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3C7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blue_controller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:9000  蓝队 S5/S6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client_net ∩ management_net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5074920"/>
            <a:ext cx="2331720" cy="1234440"/>
          </a:xfrm>
          <a:prstGeom prst="roundRect">
            <a:avLst/>
          </a:prstGeom>
          <a:solidFill>
            <a:srgbClr val="F3D8EE"/>
          </a:solidFill>
          <a:ln w="19050">
            <a:solidFill>
              <a:srgbClr val="B4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评测器 (宿主机进程)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127.0.0.1:9000 带外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切 TARGET_IMAGE + run 流量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1554480"/>
            <a:ext cx="868680" cy="68580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43200" y="2560320"/>
            <a:ext cx="868680" cy="164592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743200" y="2880360"/>
            <a:ext cx="868680" cy="100584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23560" y="260604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2606040"/>
            <a:ext cx="41148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4120" y="2606040"/>
            <a:ext cx="137160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949440" y="3291840"/>
            <a:ext cx="2286000" cy="1737360"/>
          </a:xfrm>
          <a:prstGeom prst="line">
            <a:avLst/>
          </a:prstGeom>
          <a:ln w="28575">
            <a:solidFill>
              <a:srgbClr val="3C78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35040" y="3291840"/>
            <a:ext cx="777240" cy="1783080"/>
          </a:xfrm>
          <a:prstGeom prst="line">
            <a:avLst/>
          </a:prstGeom>
          <a:ln w="28575">
            <a:solidFill>
              <a:srgbClr val="D79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183879" y="5669280"/>
            <a:ext cx="365761" cy="0"/>
          </a:xfrm>
          <a:prstGeom prst="line">
            <a:avLst/>
          </a:prstGeom>
          <a:ln w="28575">
            <a:solidFill>
              <a:srgbClr val="B46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88920" y="8412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85450"/>
                </a:solidFill>
              </a:rPr>
              <a:t>◀ 攻击链 / 业务流量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673A6"/>
                </a:solidFill>
              </a:rPr>
              <a:t>横向移动: Web层 → 内网服务层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2803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C78B5"/>
                </a:solidFill>
              </a:rPr>
              <a:t>▲ 带外控制 (127.0.0.1:9000 /detect /contain /reset)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429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C78B5"/>
                </a:solidFill>
              </a:rPr>
              <a:t>读 app.log
(共享卷 frontend_data)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29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79B00"/>
                </a:solidFill>
              </a:rPr>
              <a:t>写 blacklist.json / waf_rules.json
(共享卷 blue_data)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749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</a:rPr>
              <a:t>图例：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red_team(攻击) / red_team_gt(真值) / normal_business(业务) → security_gateway → waf → frontend → target
blue_controller 读 frontend 日志(S5检测) → 写 blacklist/WAF(S6处置) → waf 执行拦截
评测器(宿主机) 经 127.0.0.1:9000 带外调 blue_controller，经 TARGET_IMAGE 切 vul/fixed/patched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攻击链数据流（红队视角）—— SQLi 绕过认证 → 进后台 → 横向移动触发崩溃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520440" cy="173736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阶段1  SQL 注入绕过认证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red_team → POST /login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username=admin' OR '1'='1' --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绕过认证 → session=admin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23360" y="2103120"/>
            <a:ext cx="548640" cy="0"/>
          </a:xfrm>
          <a:prstGeom prst="line">
            <a:avLst/>
          </a:prstGeom>
          <a:ln w="381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09159" y="1234440"/>
            <a:ext cx="3520440" cy="173736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阶段2  进入后台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携带 session 访问 /admin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拿到「XML 文档校验」功能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2103120"/>
            <a:ext cx="548640" cy="0"/>
          </a:xfrm>
          <a:prstGeom prst="line">
            <a:avLst/>
          </a:prstGeom>
          <a:ln w="381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15400" y="1234440"/>
            <a:ext cx="3520440" cy="173736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阶段3  横向移动触发崩溃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POST /admin/parse 恶意 XML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frontend 转发 → target(libxml2)</a:t>
            </a:r>
          </a:p>
          <a:p>
            <a:pPr algn="ctr"/>
            <a:r>
              <a:rPr sz="1050">
                <a:solidFill>
                  <a:srgbClr val="555555"/>
                </a:solidFill>
              </a:rPr>
              <a:t>CVE-2025-24928 栈溢出 → 崩溃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11247120" cy="105156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数据面路径（服务链）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red_team(10.30.0.10)  ──▶  security_gateway :80  ──▶  waf :8080  ──▶  frontend :80  ──▶  target :8080/validate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983480"/>
            <a:ext cx="11247120" cy="1417320"/>
          </a:xfrm>
          <a:prstGeom prst="roundRect">
            <a:avLst/>
          </a:prstGeom>
          <a:solidFill>
            <a:srgbClr val="FBE4E0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横向移动（网络边界穿越）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攻击者只能触达 client_net 的 security_gateway（唯一入口）；
frontend 是唯一同时接入 client_net 与 protected_net 的跳板，后台「文档校验」把 XML 转发给 protected_net 的 target —— Web 层 → 内网服务层的横向移动。
崩溃判据：target 以 ASAN 编译，栈溢出在 WRITE 时被捕获，frontend 转发返回 {"status": "crashed"}。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33333"/>
                </a:solidFill>
              </a:rPr>
              <a:t>防御 / 评测控制面 —— 蓝队 S5 检测 · S6 处置 · S4 真值泛化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4846320" cy="14630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3C7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blue_controller（蓝队容器）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:9000  经 management_net 带外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读 frontend_data:/logs/app.log（S5）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写 blue_data:blacklist.json + waf_rules.json（S6）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188720"/>
            <a:ext cx="4937760" cy="1463040"/>
          </a:xfrm>
          <a:prstGeom prst="roundRect">
            <a:avLst/>
          </a:prstGeom>
          <a:solidFill>
            <a:srgbClr val="F3D8EE"/>
          </a:solidFill>
          <a:ln w="19050">
            <a:solidFill>
              <a:srgbClr val="B4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33333"/>
                </a:solidFill>
              </a:rPr>
              <a:t>评测器（宿主机进程，非容器）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GET 127.0.0.1:9000/detect  → S5 判据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POST 127.0.0.1:9000/contain → S6 判据（封 IP + 装 WAF）</a:t>
            </a:r>
          </a:p>
          <a:p>
            <a:pPr algn="ctr"/>
            <a:r>
              <a:rPr sz="1000">
                <a:solidFill>
                  <a:srgbClr val="555555"/>
                </a:solidFill>
              </a:rPr>
              <a:t>POST /reset + TARGET_IMAGE 切 vul/fixed/patched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49240" y="1920240"/>
            <a:ext cx="1417320" cy="0"/>
          </a:xfrm>
          <a:prstGeom prst="line">
            <a:avLst/>
          </a:prstGeom>
          <a:ln w="38100">
            <a:solidFill>
              <a:srgbClr val="B46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20640" y="14630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B465A6"/>
                </a:solidFill>
              </a:rPr>
              <a:t>带外 API
127.0.0.1:9000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11247120" cy="3566160"/>
          </a:xfrm>
          <a:prstGeom prst="roundRect">
            <a:avLst/>
          </a:prstGeom>
          <a:solidFill>
            <a:srgbClr val="DEEDF7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sz="1050" b="1">
                <a:solidFill>
                  <a:srgbClr val="7F7F7F"/>
                </a:solidFill>
              </a:rPr>
              <a:t>判分阶段与判据（崩溃型 CVE，判据退回「崩溃」）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31012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提交 poc 使漏洞版 target 崩溃（flag 型 = 拿 flag）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31012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red_team 重放被测方 poc.bin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822191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应用 fix.patch 后同一 poc 不再崩溃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822191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patch_build 真编译重建 target:patched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34256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S3/S7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334256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正常业务基线全通过、无回归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34256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normal_business 正常 XML 不崩溃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4632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蓝队从观测日志检出攻击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46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blue_controller /detect 命中特征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583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35838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block.policy 生效后重放攻击被阻断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358384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waf 封 IP / 命中 WAF 规则 → 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04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78B5"/>
                </a:solidFill>
              </a:rP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87044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真值复验：新 IP(10.30.0.11)+新 payload 仍被泛化 WAF 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704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red_team_gt 重放 gt_variant_poc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5450"/>
                </a:solidFill>
              </a:rPr>
              <a:t>硬约束：评分禁用静态 mock，必须真编译 + 重放攻击链；grade_submission.py(mock) 仅自检，已收敛到 docker_env.py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